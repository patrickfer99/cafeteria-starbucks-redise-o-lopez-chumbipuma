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5903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354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546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3215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819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257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261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1304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62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440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7976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7000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2750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4063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1426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4157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587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F615871-7C16-4E0E-B3BC-5CD93377E95B}" type="datetimeFigureOut">
              <a:rPr lang="es-PE" smtClean="0"/>
              <a:t>13/07/2026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7802E-1A4B-4A02-8F17-02CF3A2CA6A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9074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7EC7C-2E40-017B-C449-080722F93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68746"/>
            <a:ext cx="8825658" cy="1935569"/>
          </a:xfrm>
        </p:spPr>
        <p:txBody>
          <a:bodyPr/>
          <a:lstStyle/>
          <a:p>
            <a:r>
              <a:rPr lang="es-PE" sz="5400" dirty="0"/>
              <a:t>Rediseño Web Premium - Starbucks Perú</a:t>
            </a:r>
            <a:br>
              <a:rPr lang="es-PE" sz="5400" dirty="0"/>
            </a:br>
            <a:r>
              <a:rPr lang="es-PE" sz="2000" dirty="0"/>
              <a:t>Examen Parcial - Propuesta de Interfaz y Experiencia de Usuario</a:t>
            </a:r>
            <a:endParaRPr lang="es-PE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6A9F0C-FAC9-3108-4999-94E40DFBE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429000"/>
            <a:ext cx="8825658" cy="2935941"/>
          </a:xfrm>
        </p:spPr>
        <p:txBody>
          <a:bodyPr/>
          <a:lstStyle/>
          <a:p>
            <a:r>
              <a:rPr lang="es-PE" dirty="0"/>
              <a:t>Alumno :     Lopez Meza Patrick Fernando &amp; LUIS CHUMBIPUMA  </a:t>
            </a:r>
          </a:p>
          <a:p>
            <a:r>
              <a:rPr lang="es-PE" dirty="0"/>
              <a:t>Profesora : Sara Maribel estrella sarate</a:t>
            </a:r>
          </a:p>
          <a:p>
            <a:r>
              <a:rPr lang="es-PE" dirty="0"/>
              <a:t>Curso : Diseño web</a:t>
            </a:r>
          </a:p>
          <a:p>
            <a:r>
              <a:rPr lang="es-PE" dirty="0"/>
              <a:t> v Ciclo - IESTP Arturo Sabroso Montoya</a:t>
            </a:r>
          </a:p>
          <a:p>
            <a:endParaRPr lang="es-PE" dirty="0"/>
          </a:p>
        </p:txBody>
      </p:sp>
      <p:pic>
        <p:nvPicPr>
          <p:cNvPr id="5" name="Imagen 4" descr="IESTP Arturo Sabroso Montoya | Lima">
            <a:extLst>
              <a:ext uri="{FF2B5EF4-FFF2-40B4-BE49-F238E27FC236}">
                <a16:creationId xmlns:a16="http://schemas.microsoft.com/office/drawing/2014/main" id="{AD50C2A6-65AC-0253-0205-8248D80BE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11" t="16450" r="28249" b="22170"/>
          <a:stretch>
            <a:fillRect/>
          </a:stretch>
        </p:blipFill>
        <p:spPr>
          <a:xfrm>
            <a:off x="7467599" y="4315198"/>
            <a:ext cx="1344707" cy="186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4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7EFB2-0CBD-1541-E7BF-AE50189F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06506"/>
          </a:xfrm>
        </p:spPr>
        <p:txBody>
          <a:bodyPr/>
          <a:lstStyle/>
          <a:p>
            <a:r>
              <a:rPr lang="es-PE" sz="1400" dirty="0"/>
              <a:t>https://www.starbucks.pe/</a:t>
            </a:r>
            <a:br>
              <a:rPr lang="es-PE" sz="1400" dirty="0"/>
            </a:br>
            <a:r>
              <a:rPr lang="es-PE" sz="1400" dirty="0"/>
              <a:t>*</a:t>
            </a:r>
            <a:r>
              <a:rPr lang="es-PE" sz="1400" b="1" i="1" dirty="0"/>
              <a:t>Diseño actual con exceso de información visual inicial.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6C53B0-F8F0-BB5F-E1EF-319274284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81" y="1151099"/>
            <a:ext cx="9404724" cy="455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7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620D49-E51F-541E-D3EB-7EEEAF15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10" y="959371"/>
            <a:ext cx="5865690" cy="23763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AAA9ABE-2452-006E-D237-B9E7AB42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682" y="972398"/>
            <a:ext cx="5916708" cy="25499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2BBF6A-6DB3-CCE3-966D-6DE22AB96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1" y="3777879"/>
            <a:ext cx="6015318" cy="26385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D9747A8-9377-0F6D-80E8-335A26B77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856786"/>
            <a:ext cx="5199529" cy="237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771C00A-60AB-AA20-5CDF-DF149DBB7B24}"/>
              </a:ext>
            </a:extLst>
          </p:cNvPr>
          <p:cNvSpPr txBox="1"/>
          <p:nvPr/>
        </p:nvSpPr>
        <p:spPr>
          <a:xfrm>
            <a:off x="1057835" y="5163670"/>
            <a:ext cx="4052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https://patrickfer99.github.io/CAFETERIA-STARBUCKS-REDISE-O-LOPEZ-CHUMBIPUMA/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C25991-11A6-DAE3-3897-A293B48B3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16"/>
            <a:ext cx="6350651" cy="37748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9585904-5665-E751-1DA8-CC7C1B735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671" y="64116"/>
            <a:ext cx="5243119" cy="34115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483931C-7229-4FA4-41B0-A31C5842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671" y="3673798"/>
            <a:ext cx="5243119" cy="297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8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pañola Mensaje De Agradecimiento En Un Diseño Gráfico Ilustración Del  Ordenador Ilustraciones svg, vectoriales, clip art vectorizado libre de  derechos. Image 43208867">
            <a:extLst>
              <a:ext uri="{FF2B5EF4-FFF2-40B4-BE49-F238E27FC236}">
                <a16:creationId xmlns:a16="http://schemas.microsoft.com/office/drawing/2014/main" id="{4268B1A9-771C-58BE-B35E-94DD0B74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64" t="16740" r="10056" b="21914"/>
          <a:stretch>
            <a:fillRect/>
          </a:stretch>
        </p:blipFill>
        <p:spPr>
          <a:xfrm>
            <a:off x="1911350" y="705908"/>
            <a:ext cx="8070850" cy="54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42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73</Words>
  <Application>Microsoft Office PowerPoint</Application>
  <PresentationFormat>Panorámica</PresentationFormat>
  <Paragraphs>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Rediseño Web Premium - Starbucks Perú Examen Parcial - Propuesta de Interfaz y Experiencia de Usuario</vt:lpstr>
      <vt:lpstr>https://www.starbucks.pe/ *Diseño actual con exceso de información visual inicial.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fernando lopez meza</dc:creator>
  <cp:lastModifiedBy>patrick fernando lopez meza</cp:lastModifiedBy>
  <cp:revision>3</cp:revision>
  <dcterms:created xsi:type="dcterms:W3CDTF">2026-06-15T18:28:47Z</dcterms:created>
  <dcterms:modified xsi:type="dcterms:W3CDTF">2026-07-13T18:49:10Z</dcterms:modified>
</cp:coreProperties>
</file>